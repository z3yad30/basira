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756" r:id="rId3"/>
    <p:sldId id="739" r:id="rId4"/>
    <p:sldId id="759" r:id="rId5"/>
    <p:sldId id="761" r:id="rId6"/>
    <p:sldId id="757" r:id="rId7"/>
    <p:sldId id="762" r:id="rId8"/>
    <p:sldId id="780" r:id="rId9"/>
    <p:sldId id="781" r:id="rId10"/>
    <p:sldId id="782" r:id="rId11"/>
    <p:sldId id="783" r:id="rId12"/>
    <p:sldId id="758" r:id="rId13"/>
    <p:sldId id="763" r:id="rId14"/>
    <p:sldId id="764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72" r:id="rId23"/>
    <p:sldId id="773" r:id="rId24"/>
    <p:sldId id="774" r:id="rId25"/>
    <p:sldId id="775" r:id="rId26"/>
    <p:sldId id="776" r:id="rId27"/>
    <p:sldId id="777" r:id="rId28"/>
    <p:sldId id="778" r:id="rId29"/>
    <p:sldId id="779" r:id="rId30"/>
    <p:sldId id="31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F2E"/>
    <a:srgbClr val="0000FF"/>
    <a:srgbClr val="F6F6F8"/>
    <a:srgbClr val="FBB333"/>
    <a:srgbClr val="FFB835"/>
    <a:srgbClr val="011D2A"/>
    <a:srgbClr val="33A463"/>
    <a:srgbClr val="726A5B"/>
    <a:srgbClr val="0000CC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714" autoAdjust="0"/>
  </p:normalViewPr>
  <p:slideViewPr>
    <p:cSldViewPr snapToGrid="0">
      <p:cViewPr varScale="1">
        <p:scale>
          <a:sx n="87" d="100"/>
          <a:sy n="87" d="100"/>
        </p:scale>
        <p:origin x="3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80ECF-0990-4BF3-88A4-BFA70B01C5D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6FF79-3128-4E6D-99A7-491932026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A5C0-79CF-ECE0-8170-585DC2C1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07207-8B52-5DF4-BDFC-809A1F11C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D9B22-8CC9-92A5-C850-565B8E372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BB2A4-7A36-B25D-0D4B-8EC514C6E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64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1109-1A9C-665B-D9DC-967E78E2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75E3-A3CD-C59D-F4EF-F06FDAC79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DBB9-E0B8-CC0C-2191-53EF88CAE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FF496-D30D-D44F-B578-678D03E20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16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2D4E-B622-A3F7-F3EB-E51BB732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E7114-D23E-0C34-6E2D-D71208152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A44DE-E955-C9AA-964B-616A12CD6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E4715-6C85-4AC9-800D-AB91144E8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7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69A6-EB5C-587C-83DE-D9EF72D7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EC036-1FBC-0CCB-A45B-1DC2AE063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C4085-F94A-9CF7-C117-392473D4B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541E6-0AE2-3CA7-28B8-6331E919D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0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50B1-7BD8-54D1-7DB5-18500A48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952E9-DD5E-A3B5-2D15-2800261AC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FB62D-19B5-647C-EEE5-35F3219C8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12BBF-A8BE-C868-19A1-14F2A693F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48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0E16-60E7-DD36-D014-38C58ADF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73AF0-DF8F-846C-8B1E-33F0DC67C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E2671-F229-6789-0DF9-7E577D55F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307D6-7FBF-1B1B-6A35-12C7A567E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12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04C4-AE60-7BF7-C3D9-EEFC1F41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C3CB6-F2CB-AA5E-184C-0803E1FDF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222F5-1A76-8103-71CC-375560BBB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EFCD1-27B8-9997-B731-FA3522882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3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89C46-A600-49AD-CAC4-D98CE197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08CB0-0733-7F18-400A-937B55F45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D7030-FD2F-9421-C41A-684BB265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20068-AFA3-F968-80C8-81441420C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63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72B5-E1CB-E4D6-0ED0-689D8362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72096-C584-007B-81EF-202A18F89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4A3A6-07FE-1E96-5786-8D6093B91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B56BE-1B38-D443-5A68-C9EAEE672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8293-5025-0F75-B264-67A29333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8A784-46B0-6EAD-2A49-0786B1797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68458-E959-2B0A-E898-793466E19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ECB1-73DA-F27F-6B0E-BD3FD0AC1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71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6911-D982-C1F7-BE3E-B3C41956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945BE-7C1B-B303-FA3C-F525EDBAA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05F87-701F-3729-8714-8E7D6DF19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B6AE7-2456-961E-FD6B-A0DAA7A0D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08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55EEA-F7A8-A415-BE8E-05DF6EDD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F95C8-3BEF-1031-52AD-E0A336CF3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E24E3-0D8D-2A47-0A8F-576729300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C726E-158B-3F47-1488-D416AB4C7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31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1C66-5804-D4B0-CFBC-0081D125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F255-98ED-845B-A236-325A897F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E1BA1-0F0B-7E87-1B71-D2B593312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759F6-037A-4616-DC39-831C99758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6FF79-3128-4E6D-99A7-491932026E1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4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FC67-8EF0-3C4A-386B-9475C38DD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8B112-A911-35E3-D405-22EC62B7E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9861-7432-5986-9E7D-770D123C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77CE-0EDE-9CC6-6195-9C34BDB4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7B43E-62C9-5FA7-9BFB-19A54C19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5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154A-51E8-0692-A5A1-401476F5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DA64B-FEE1-2AB9-CB27-A57BD15A0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19CAD-2B70-1417-3AA4-D0DB5A6D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C687D-FACC-680C-7029-CD1B45858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A8C35-B492-2F75-696E-8883D46D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8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1891-4F50-E074-0ADC-AD166761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14996-75CB-D33C-7A4D-696624C6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01D7-F71C-4B46-8A15-8C0507DE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83AA-1DA7-E012-FBAE-20BED362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F3B7-F3CC-B758-F7C5-4B1EAE39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8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564A-136D-C509-3E59-C97638FC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D74E2-8593-136E-EBFA-4073D2EEC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B5406-070B-EEE2-26BC-B96E5FFB0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86E82-CE1B-416F-55FC-87DAD586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A2DA7-D722-DDBC-1C55-FCF5C7E4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EC36E-62D7-FBBE-1D07-AACD986B0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CEBE-F3D0-F2D1-C499-60DA1CB1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06C5F-AD88-7CBA-B41C-FC9B336C0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F7123-E585-0F3E-C8DA-6ADC9012F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3C102-5FE9-909C-89B1-53C0218F4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CB8EE-D135-B4EB-3E7E-A1840AC74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D2819-8BA5-C6BC-AE90-8F374BE0A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EFD6E-044F-EBD6-1E4C-DCC1E173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F032C-41EB-5C24-67BF-C4DCEFB4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0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CF9C-2605-62E3-6052-01D7C974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45A4A-DB4A-D186-201B-E7F1C7A9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6D4AC-C7C6-795B-53A1-B28C8F0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8DF62-F6AC-38F1-1559-B725A392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7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595A7-45C0-5A08-FC53-9E9C6FCB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E510D-DF25-1B59-55C6-D17268EC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8E646-8558-FA9F-CA4A-8AA86B19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0E62-5429-75B7-CBD6-7D16D424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A2FCB-01D6-C3A9-F50D-B62185B7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A7B66-548A-7AA9-097B-573F5808E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0AB26-7071-8D44-7EFE-02CA8EEA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2AD1C-1E64-2C7A-43CD-B858F48A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944E-C937-D8CE-EEFD-3D45E27F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5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0503-5240-0252-33E5-25FA10CB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3CCB8-D273-70AE-9952-5FD475B7A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D790A-1303-67CB-4ACF-D46C488AA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04E7D-29D6-AE1E-66E7-6155C88A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0CE37-7106-1227-E6A9-9D427C8D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22337-D82B-1F2C-960C-A151635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3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B766-AF8B-4BC8-471A-FA90B5A8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ABF15-0CB6-0938-30C6-15C61CC3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262CB-FCBD-957B-A652-157464C4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83B9F-E688-B889-EDDB-4FE82D7E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0A06-F65B-977E-53F1-F8DD17EB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3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3ED52-A54A-3F3C-E8F0-D03BADEB9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CA8CC-4092-F64B-63CC-CFDDE2D76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B9EFE-B910-6E55-930C-6A46CA48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2C1C5-1D3C-B3C5-57E6-4816F496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88456-B2BF-870A-03DF-735CD70F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8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86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D0EF0E-938B-74C3-2834-BD07948F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BB29E-D45F-7EF7-D501-8B9549AE5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2CB8D-286D-1238-0854-C9C9FC680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57C4D-96E6-4415-B7CE-8394905D5CF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E6-D5AE-1F0F-AD46-2AA80A2EF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8D73E-A3B9-2B48-31AA-52315198C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A3E14-88A8-48C4-B759-D11B89931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75CE-7296-3636-62BC-BA4B7AF2C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172" y="3249647"/>
            <a:ext cx="9144000" cy="1696266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11D2A"/>
                </a:solidFill>
              </a:rPr>
              <a:t>Project Title</a:t>
            </a:r>
            <a:br>
              <a:rPr lang="en-US" sz="7200" b="1" dirty="0">
                <a:solidFill>
                  <a:srgbClr val="011D2A"/>
                </a:solidFill>
              </a:rPr>
            </a:br>
            <a:r>
              <a:rPr lang="ar-EG" sz="4400" b="1" dirty="0">
                <a:solidFill>
                  <a:srgbClr val="011D2A"/>
                </a:solidFill>
              </a:rPr>
              <a:t>عنوان المشروع</a:t>
            </a:r>
            <a:r>
              <a:rPr lang="en-US" sz="4400" b="1" dirty="0">
                <a:solidFill>
                  <a:srgbClr val="011D2A"/>
                </a:solidFill>
              </a:rPr>
              <a:t> </a:t>
            </a:r>
            <a:endParaRPr lang="en-US" sz="7200" b="1" dirty="0">
              <a:solidFill>
                <a:srgbClr val="011D2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95D66-5E93-B8B1-1ECD-E4D9998AD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012" y="5210886"/>
            <a:ext cx="9144000" cy="763745"/>
          </a:xfrm>
        </p:spPr>
        <p:txBody>
          <a:bodyPr>
            <a:normAutofit/>
          </a:bodyPr>
          <a:lstStyle/>
          <a:p>
            <a:r>
              <a:rPr lang="en-US" b="1" dirty="0"/>
              <a:t>Subtitle </a:t>
            </a:r>
            <a:br>
              <a:rPr lang="ar-EG" b="1" dirty="0"/>
            </a:br>
            <a:r>
              <a:rPr lang="ar-EG" b="1" dirty="0"/>
              <a:t>العنوان الفرعي 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20D0A1-4834-96EA-AB56-4F282DCB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2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B382-D120-4F92-17C9-58B0BF2B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4EE072-A05D-F56F-4AD8-FF1F3AA637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A92838-BDBB-F19C-0F30-75249BE451BA}"/>
              </a:ext>
            </a:extLst>
          </p:cNvPr>
          <p:cNvSpPr txBox="1"/>
          <p:nvPr/>
        </p:nvSpPr>
        <p:spPr>
          <a:xfrm>
            <a:off x="1890979" y="3070536"/>
            <a:ext cx="8405999" cy="174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Description of the problem </a:t>
            </a:r>
            <a:b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your idea is mainly tackling.</a:t>
            </a:r>
          </a:p>
        </p:txBody>
      </p:sp>
    </p:spTree>
    <p:extLst>
      <p:ext uri="{BB962C8B-B14F-4D97-AF65-F5344CB8AC3E}">
        <p14:creationId xmlns:p14="http://schemas.microsoft.com/office/powerpoint/2010/main" val="174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082A-0B8D-0616-C8AE-3A66640F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07878-ECE7-301E-2608-03725B02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5C3E2747-3BFC-6A63-2C6B-5652BD39B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08AEDDE-8F88-6D22-F392-C60E9F0E74A5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9" name="Picture 8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ED918EE9-5348-1FD6-F4EB-B2FA63A4E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10" name="Picture 9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73DC599D-D4FA-A507-7CC7-41F137169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697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325B-B832-599A-2D81-99126D15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8659AFD-3D3B-F9E0-BD58-7208CD3DBE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2D61E3-7792-6A44-DDC6-00A2CB5AFD6D}"/>
              </a:ext>
            </a:extLst>
          </p:cNvPr>
          <p:cNvSpPr txBox="1"/>
          <p:nvPr/>
        </p:nvSpPr>
        <p:spPr>
          <a:xfrm>
            <a:off x="1074656" y="2893508"/>
            <a:ext cx="9907571" cy="259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A description of Market Gaps and Technical Gaps with respect to references</a:t>
            </a:r>
            <a:endParaRPr lang="en-US" sz="115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5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22276-BE09-BC60-3CD3-1BB682A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1531-32D8-47F7-ACF5-74F44DA7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E422-B270-1567-036F-7E271577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F7632C4-EBEF-A07C-5AB0-1C708E58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22DC2B-1276-D9D6-163B-4B88EC2A7858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8350DFA8-F0CD-AA10-DD44-C163D9F4A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7215A0D8-2FD2-5B2B-C757-63F2ED7D8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04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38A6-F42D-516D-FE4B-707F93B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BE38EC4-7E86-D4DF-BEB2-F268E92C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C2722-1762-8AC1-F9A2-754CD2487559}"/>
              </a:ext>
            </a:extLst>
          </p:cNvPr>
          <p:cNvSpPr txBox="1"/>
          <p:nvPr/>
        </p:nvSpPr>
        <p:spPr>
          <a:xfrm>
            <a:off x="1451394" y="3382438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Description of your solution, product/service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1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01D1-C4BD-9203-726B-128BBFCF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9D58-648D-AA96-DB1F-9AC63AC5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874B-811A-1DC1-80C7-751260956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46575FE3-B0EC-921D-0BEA-6EB373D97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165BBE8-1F1E-A921-F3F1-2BEFE2424BD5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FB810444-C01B-A003-C3C8-536743ADD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4325E5F3-D6E1-417C-AE2D-463397B17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147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7719C-508C-AFD4-E91A-6BA43034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7FBD79C-77DB-9704-667B-FDA75D7A8D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6B4A8-0DCD-D41A-09E4-3AF5F7B095AD}"/>
              </a:ext>
            </a:extLst>
          </p:cNvPr>
          <p:cNvSpPr txBox="1"/>
          <p:nvPr/>
        </p:nvSpPr>
        <p:spPr>
          <a:xfrm>
            <a:off x="1555089" y="3756803"/>
            <a:ext cx="9081821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b="1" dirty="0"/>
              <a:t>A description of methodology</a:t>
            </a:r>
            <a:endParaRPr lang="en-US" sz="13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75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5897-DC2C-7E8F-A3C1-27834075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8941-7E94-758C-658F-1876FBCC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2E23-5D91-A879-46F9-4FCD5120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752D0B9E-429D-65C2-66C2-B0885D2A6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1A3BFDC-F831-AC42-464A-3A502BC0DCF1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AF0B5E16-F5F1-8CE1-3B53-372B87971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09A99EF0-A8A2-FACD-774B-DF259D24B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244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13EC-9E5A-CE84-901C-B106CC02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A2315B3-88E9-812D-2B64-7D7B1C6F0A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E65FE6-EDB7-DD75-BF9C-6CA426C50AFB}"/>
              </a:ext>
            </a:extLst>
          </p:cNvPr>
          <p:cNvSpPr txBox="1"/>
          <p:nvPr/>
        </p:nvSpPr>
        <p:spPr>
          <a:xfrm>
            <a:off x="1555089" y="3756803"/>
            <a:ext cx="9081821" cy="1099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000" b="1" dirty="0"/>
              <a:t>A description of Results</a:t>
            </a:r>
            <a:endParaRPr lang="en-US" sz="857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2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9EE81-3788-4F34-427F-D7710190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5E2D-0012-1EA0-7AC8-491C27C5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68930-D2BF-ADDD-C268-65E9C960F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280260E6-8042-33F2-91BB-2E3DC5E4E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630398-AA5B-10D9-0CD4-EE57F5CDCF1A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9756A081-7168-9EF8-A384-098A8E835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CB5C52D6-80FD-E225-9DF4-1C5295840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817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DE56-1FA4-8FE5-AC8C-4AD46377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245A4C0-A795-4937-D5C0-4A2562D4C8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8EB0B-581A-13A5-32F8-6C2301F46E56}"/>
              </a:ext>
            </a:extLst>
          </p:cNvPr>
          <p:cNvSpPr txBox="1"/>
          <p:nvPr/>
        </p:nvSpPr>
        <p:spPr>
          <a:xfrm>
            <a:off x="1460821" y="3962324"/>
            <a:ext cx="9081821" cy="89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Startup’s products/services Gallery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17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2EB0-32F7-CBB3-387A-12B4BBE7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8FED-D5C6-D2B2-BDAA-D467C348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7708-7D62-CDB2-ABF6-9556A448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D4AD4948-BFC4-4A96-ECE2-BFD2A7C18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90FA233-DFFE-B543-0D5B-18545C830FED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47D6634D-C574-ABBB-8563-7BCF77C95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B1FB05C3-B1BF-BC81-089C-D88CB6F2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804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BF7A-5C8F-1F04-D2BA-2299F950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74FF2BA-C448-EB13-1976-A7F5EC2D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D54F12-4251-FDCC-8902-D17F229CC8D4}"/>
              </a:ext>
            </a:extLst>
          </p:cNvPr>
          <p:cNvSpPr txBox="1"/>
          <p:nvPr/>
        </p:nvSpPr>
        <p:spPr>
          <a:xfrm>
            <a:off x="1375477" y="3589010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Target market and customer segments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21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CE6AE-CF9A-7B2B-0DA1-6DB1FADC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E8DF-99F7-490B-6AA3-F61C4F4B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BF6C-AB14-8C5E-ACE2-B4D940751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FEE6A67D-1CFE-2757-8EBE-E96E46571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8D34815-983F-166B-9A9C-02C323E67340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E5D73A02-E6E8-065D-BE60-596871A7B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C90DB36C-C1AF-9D07-4CF7-9260795D3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9934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BC46-C6C3-021E-CBBE-394DBFDA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F54281A-B3D3-6DFC-80CF-253D1B058E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3A1771-6FE9-41E1-657E-3E31BAD2DACD}"/>
              </a:ext>
            </a:extLst>
          </p:cNvPr>
          <p:cNvSpPr txBox="1"/>
          <p:nvPr/>
        </p:nvSpPr>
        <p:spPr>
          <a:xfrm>
            <a:off x="1262355" y="3626718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Competitive advantages, and Unique selling points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194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C2E7-DC52-5461-1FAA-01FC82CF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1233-5BAB-5D66-B6D3-9FE6F839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019A-42FE-7C26-C401-3E63945B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F7731865-C397-71AA-F153-CAD674838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CD3FDB7-7C5F-F661-D6D6-4C5A911644D7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DCAA02D4-55A8-521C-30A3-3FAAD56F7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DC41B1DE-89DB-E1A2-B432-66E98EF9F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988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2865-CC77-4DD5-2B93-1286DDC0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B8D966A-A8DD-F2EE-BB10-D2AE32634D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1FC378-C101-0724-0B8C-8C296531AC7E}"/>
              </a:ext>
            </a:extLst>
          </p:cNvPr>
          <p:cNvSpPr txBox="1"/>
          <p:nvPr/>
        </p:nvSpPr>
        <p:spPr>
          <a:xfrm>
            <a:off x="1243502" y="3636144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Your complete business model canvas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745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08CB5-6990-BF86-F3AE-BA679F50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94C5E-7276-2250-E3A8-5AB49A7C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4A051-838F-C077-D694-BA362BA4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0DC487B1-ED29-F83F-E75C-D1C2113B5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3891521-6EFB-F261-7CB0-6FE1A1614D19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314A8FE5-9929-C220-4CBC-88E3C0237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3739FB47-535B-3C16-4157-5F36407F6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980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9845-F5DC-4548-5718-06F72F9A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67DF470-9EDA-04F1-3484-83C44B885E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057B1D-2B7F-356D-6B00-6F3C3F6F8F19}"/>
              </a:ext>
            </a:extLst>
          </p:cNvPr>
          <p:cNvSpPr txBox="1"/>
          <p:nvPr/>
        </p:nvSpPr>
        <p:spPr>
          <a:xfrm>
            <a:off x="1271782" y="3598436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Reference-based measured targeted market size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80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8D76-1A65-31D4-4637-49E2E318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E08C-7D06-74D5-02E3-98011351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F3C1-3913-50C1-55E6-C5A29F778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F7F8007D-C029-DEF9-9ADF-B93FACCA3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FB709BB-B4A8-40F1-995D-B72E9375746E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F0F711DF-9ED6-2E0E-71A2-637C23F6B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3EEFC25D-2AF8-887F-0318-E7ED6D776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949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85E7-73D4-7F12-D68A-3979C874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DD93713-38EB-DC44-EEAB-ED8DA32430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9D097A-9535-A6C7-5DD3-4D88EF01C12E}"/>
              </a:ext>
            </a:extLst>
          </p:cNvPr>
          <p:cNvSpPr txBox="1"/>
          <p:nvPr/>
        </p:nvSpPr>
        <p:spPr>
          <a:xfrm>
            <a:off x="1224648" y="3579582"/>
            <a:ext cx="9081821" cy="17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Comprehensive competition analysis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38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DFC7-A379-EA2D-0383-8134CD77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A5D4-5DB3-1D24-4482-F9DA2597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36311-FC41-C117-D2DD-F7316501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A08DBCC0-A427-1237-FD02-D7F13C291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D7A7E24-1E8C-E990-C9EC-3239FC6F713F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828ADB6E-E1C3-1236-C8CA-4B31AF816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32FDF38A-04F6-0099-B041-818B7FC70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636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D3474-B905-D8C5-7FFD-0E5EFAE1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DB18C7-E5AB-8CA1-A02A-323A300334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4F5B16-EE3B-EC75-1E9C-84CE044C7475}"/>
              </a:ext>
            </a:extLst>
          </p:cNvPr>
          <p:cNvSpPr txBox="1"/>
          <p:nvPr/>
        </p:nvSpPr>
        <p:spPr>
          <a:xfrm>
            <a:off x="1262355" y="3807170"/>
            <a:ext cx="9465348" cy="89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At least one-year expected revenue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381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008A-868E-82F0-CC83-10FEF620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E3CE-F59F-B751-1CCE-6AEB8F0E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78DE-B607-6A5C-B6AE-3BF26C00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069E1A68-366F-E02B-094D-E8260BC02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1315594-BE54-3574-59FC-4B315B0B181D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C2DA0713-93DC-6B17-D604-818E3E1D3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8C892FCA-371C-9627-56AB-9BDB1333B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9963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E0D2-B054-F2BD-AE95-5C9F08C6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83CC2E-B555-A63B-B6AC-01C9BA5B52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5C9028-06FE-20BF-CACD-9C00DDC2E86C}"/>
              </a:ext>
            </a:extLst>
          </p:cNvPr>
          <p:cNvSpPr txBox="1"/>
          <p:nvPr/>
        </p:nvSpPr>
        <p:spPr>
          <a:xfrm>
            <a:off x="175967" y="3429000"/>
            <a:ext cx="11840066" cy="246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dirty="0"/>
              <a:t>Your prototype, MVP, </a:t>
            </a:r>
            <a:br>
              <a:rPr lang="en-US" sz="4800" b="1" dirty="0"/>
            </a:br>
            <a:r>
              <a:rPr lang="en-US" sz="4800" b="1" dirty="0"/>
              <a:t>or basic product design</a:t>
            </a:r>
            <a:br>
              <a:rPr lang="en-US" sz="4800" b="1" dirty="0"/>
            </a:br>
            <a:r>
              <a:rPr lang="en-US" sz="4000" b="1" dirty="0"/>
              <a:t>(insert Picture, link or video link)</a:t>
            </a:r>
            <a:endParaRPr lang="en-US" sz="4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0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747B-8235-86B0-D1CC-83B8D89F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AC56-5C3C-3D2E-E379-5509C65C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69415-4EF6-A8B7-5F53-BBCBFD05E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24E239A0-CFD5-07FC-35EB-F3A6C5577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981F158-1A32-9D48-9A69-263EE32E596F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146D658E-7FD7-7696-E73E-083D648C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D4D058F0-6C3E-9A37-3371-0E88ED6EA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7067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BB76-A244-CCD0-EEB2-62CD917E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522558B-04C8-BBDB-08C0-BA855F4453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60508"/>
            <a:ext cx="12192000" cy="2662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B73E93-95C6-C11B-F340-C18A6877702B}"/>
              </a:ext>
            </a:extLst>
          </p:cNvPr>
          <p:cNvSpPr txBox="1"/>
          <p:nvPr/>
        </p:nvSpPr>
        <p:spPr>
          <a:xfrm>
            <a:off x="0" y="3627896"/>
            <a:ext cx="118400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The founding team, their roles, and their experiences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72258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E866-5614-CA35-5322-3C37F31F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6325-BAD7-827C-1F53-05C1CFDAB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8BCA-5B1E-73D2-524E-415ED8D8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A616413C-46A4-DB10-92E5-45B047B8C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>
            <a:fillRect/>
          </a:stretch>
        </p:blipFill>
        <p:spPr>
          <a:xfrm>
            <a:off x="10819427" y="5652097"/>
            <a:ext cx="1068746" cy="10497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33C4535-C41E-B5FD-1C7F-07571D63136D}"/>
              </a:ext>
            </a:extLst>
          </p:cNvPr>
          <p:cNvGrpSpPr/>
          <p:nvPr/>
        </p:nvGrpSpPr>
        <p:grpSpPr>
          <a:xfrm>
            <a:off x="355291" y="5652098"/>
            <a:ext cx="965817" cy="1049730"/>
            <a:chOff x="5066882" y="57518"/>
            <a:chExt cx="1479050" cy="1739197"/>
          </a:xfrm>
        </p:grpSpPr>
        <p:pic>
          <p:nvPicPr>
            <p:cNvPr id="6" name="Picture 5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A1B9268E-FC66-F6D1-79BF-CFE608D43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0" t="35790" r="61961" b="40825"/>
            <a:stretch>
              <a:fillRect/>
            </a:stretch>
          </p:blipFill>
          <p:spPr>
            <a:xfrm>
              <a:off x="5120607" y="57518"/>
              <a:ext cx="1387643" cy="1481795"/>
            </a:xfrm>
            <a:prstGeom prst="rect">
              <a:avLst/>
            </a:prstGeom>
          </p:spPr>
        </p:pic>
        <p:pic>
          <p:nvPicPr>
            <p:cNvPr id="7" name="Picture 6" descr="A white logo with black background&#10;&#10;AI-generated content may be incorrect.">
              <a:extLst>
                <a:ext uri="{FF2B5EF4-FFF2-40B4-BE49-F238E27FC236}">
                  <a16:creationId xmlns:a16="http://schemas.microsoft.com/office/drawing/2014/main" id="{E3CF08B8-E044-335C-B01E-1AC9F5B96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16" t="35790" r="16749" b="40825"/>
            <a:stretch>
              <a:fillRect/>
            </a:stretch>
          </p:blipFill>
          <p:spPr>
            <a:xfrm>
              <a:off x="5066882" y="971917"/>
              <a:ext cx="1479050" cy="824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5371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DE9D-3651-53AB-AB7B-B3B8328B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095E6CF-739E-580F-76C0-BBBB14CA18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829810-AABF-7608-7522-49DD71BAA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5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127</Words>
  <Application>Microsoft Office PowerPoint</Application>
  <PresentationFormat>Widescreen</PresentationFormat>
  <Paragraphs>30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Office Theme</vt:lpstr>
      <vt:lpstr>Project Title عنوان المشروع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Marwan Emam</dc:creator>
  <cp:lastModifiedBy>Zeyad Refaey</cp:lastModifiedBy>
  <cp:revision>260</cp:revision>
  <dcterms:created xsi:type="dcterms:W3CDTF">2026-03-08T20:25:50Z</dcterms:created>
  <dcterms:modified xsi:type="dcterms:W3CDTF">2026-06-22T22:26:47Z</dcterms:modified>
</cp:coreProperties>
</file>